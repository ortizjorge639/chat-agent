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097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Bot Setup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463040" y="1920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Admin Reference Guide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463040" y="2651760"/>
            <a:ext cx="109728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2880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Extron Component Replacement Bot — Entra ID · Azure Bot Service · Teams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Setting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Azure resources that connect together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468880" cy="54864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063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authentication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 + Secret + Tenant ID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Tenant only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63240" y="2697480"/>
            <a:ext cx="411480" cy="256032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697480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56616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66160" y="1463040"/>
            <a:ext cx="2468880" cy="54864"/>
          </a:xfrm>
          <a:prstGeom prst="rect">
            <a:avLst/>
          </a:prstGeom>
          <a:solidFill>
            <a:srgbClr val="00B7C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7830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Bot Service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74904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Resource (F0)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794760" y="3063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messages to bot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Teams channel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endpoint config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72200" y="2697480"/>
            <a:ext cx="411480" cy="256032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697480"/>
            <a:ext cx="256032" cy="2560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675120" y="14630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0" y="1463040"/>
            <a:ext cx="2011680" cy="54864"/>
          </a:xfrm>
          <a:prstGeom prst="rect">
            <a:avLst/>
          </a:prstGeom>
          <a:solidFill>
            <a:srgbClr val="107C1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78308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6656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Admin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76656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Sideload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812280" y="30632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custom apps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policies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+ sideload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41C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identity your bot uses to authenticate with Azure Bot Service.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0" y="365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0" y="640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 → Microsoft Entra ID → App registrations → New registration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0" y="1097280"/>
            <a:ext cx="502920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55448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Extron Data 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tenant (this org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 URI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blank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657600" y="2834640"/>
            <a:ext cx="502920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4" name="Text 10"/>
          <p:cNvSpPr/>
          <p:nvPr/>
        </p:nvSpPr>
        <p:spPr>
          <a:xfrm>
            <a:off x="365760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Registration — Collect These Values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329184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Find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(client)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Service + App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(tenant)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Service + App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secret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Certificates &amp; secrets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29768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977640" y="4297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client secret immediately — you can't view it again after leaving the page.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41C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Azure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Service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layer that connects your bot code to Teams and other channels.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0" y="365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0" y="640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 → Create a resource → search "Azure Bot" → Create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0" y="1097280"/>
            <a:ext cx="5029200" cy="9144"/>
          </a:xfrm>
          <a:prstGeom prst="rect">
            <a:avLst/>
          </a:prstGeom>
          <a:solidFill>
            <a:srgbClr val="E8ECF4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23444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handle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extron-data-bot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existing (e.g. rg-extron)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residency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(free)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Tenant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existing app 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Application (client) ID from Step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tenant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Directory (tenant) ID from Step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657600" y="3657600"/>
            <a:ext cx="502920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Teams channel: 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Service → Channels → Microsoft Teams → Apply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48056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4480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is deprecated — always choose Single Tenant for new bots.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41C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Bot Service to the App Service and configure environment variables.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0" y="365760"/>
            <a:ext cx="5029200" cy="10058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0" y="457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Endpoint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0" y="7132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Service → Settings → Configuration → set to: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0" y="960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https://&lt;app-service-name&gt;.azurewebsites.net/api/messages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Environment Variables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MICROSOFT_APP_ID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(client) ID from 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MICROSOFT_APP_PASSWORD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secret value from 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MICROSOFT_APP_TENANT_ID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(tenant) ID from 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AZURE_OPENAI_ENDPOINT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Azure OpenAI endpoint URL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AZURE_OPENAI_API_KEY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from Azure Portal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AZURE_OPENAI_DEPLOYMENT_NAME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gpt-5-mini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or 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SCM_DO_BUILD_DURING_DEPLOYMENT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(required!)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25196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3192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command must be: python main.py  |  Without SCM_DO_BUILD_DURING_DEPLOYMENT=1, pip install never runs.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41C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Admin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settings must be enabled in Teams Admin Center — missing either one silently blocks the bot.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0" y="457200"/>
            <a:ext cx="5029200" cy="19202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457200"/>
            <a:ext cx="64008" cy="19202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1 — Setup Policies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3192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"Upload custom apps"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31920" y="1234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Admin Center → Setup policies → Enable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the "Upload a custom app" button in Teams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users can't sideload the bot app package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2651760"/>
            <a:ext cx="5029200" cy="19202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0" y="2651760"/>
            <a:ext cx="64008" cy="192024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5" name="Text 12"/>
          <p:cNvSpPr/>
          <p:nvPr/>
        </p:nvSpPr>
        <p:spPr>
          <a:xfrm>
            <a:off x="39319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2 — Permission Policies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3192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custom apps"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931920" y="3429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Admin Center → Permission policies → Ensure not blocked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allows the sideloaded app to actually communicate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blocked, the bot installs but messages are silently dropped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41C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App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Sideloading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bot app package into Teams so users can chat with it.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0" y="365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Package (3 files)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777240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2194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definition for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&lt;your-app-id-from-entra&gt; (2 places)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outline.png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32×32 icon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with your icon (optional)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color.png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192×192 icon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with your icon (optional)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0" y="2057400"/>
            <a:ext cx="5029200" cy="9144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Steps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0" y="25603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3 files → right-click → Compress to ZIP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must be at the root of the zip (don't zip the folder)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→ Apps → Manage your apps → Upload a custom app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zip → click Add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chat with "Extron Data Bot" and test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383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"Test in Web Chat" shows nothing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 endpoint wrong or App Service not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endpoint URL ends with /api/messages; check App Service 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ID / password / tenant ID mismatch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all 3 values match between Entra, Bot Service, and App Service env vars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"missing service principal"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Registration has no service principal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Run: az ad sp create --id &lt;APP_ID&gt;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 returns 5xx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command not set or dependencies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Log stream; verify startup command is python main.py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bot installs but doesn't respond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admin policies blocking custom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both Setup and Permission policies in Teams Admin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9144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325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App Registration owns the bot's identity — IT should own this for secret rotation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591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240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Bot Service is free (F0) and just routes messages — it doesn't host code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735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Admin policies must both be enabled or the bot is silently blocked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87952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069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values must match everywhere: App ID, Client Secret, Tenant ID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Bot Setup — IT Admin Guide</dc:title>
  <dc:subject>PptxGenJS Presentation</dc:subject>
  <dc:creator>Extron Team</dc:creator>
  <cp:lastModifiedBy>Extron Team</cp:lastModifiedBy>
  <cp:revision>1</cp:revision>
  <dcterms:created xsi:type="dcterms:W3CDTF">2026-03-26T16:01:29Z</dcterms:created>
  <dcterms:modified xsi:type="dcterms:W3CDTF">2026-03-26T16:01:29Z</dcterms:modified>
</cp:coreProperties>
</file>